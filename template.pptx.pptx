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7" r:id="rId5"/>
    <p:sldId id="297" r:id="rId6"/>
    <p:sldId id="273" r:id="rId7"/>
    <p:sldId id="298" r:id="rId8"/>
    <p:sldId id="265" r:id="rId9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401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EBC"/>
    <a:srgbClr val="E0E6E6"/>
    <a:srgbClr val="C8E0E3"/>
    <a:srgbClr val="16FFCD"/>
    <a:srgbClr val="EC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/>
    <p:restoredTop sz="94658"/>
  </p:normalViewPr>
  <p:slideViewPr>
    <p:cSldViewPr snapToGrid="0">
      <p:cViewPr varScale="1">
        <p:scale>
          <a:sx n="55" d="100"/>
          <a:sy n="55" d="100"/>
        </p:scale>
        <p:origin x="168" y="960"/>
      </p:cViewPr>
      <p:guideLst>
        <p:guide pos="7401"/>
        <p:guide pos="18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zan Abu Alnasor" userId="57f13d742c827ca9" providerId="LiveId" clId="{DA2DD253-E425-496A-B505-321D492F3100}"/>
    <pc:docChg chg="modSld">
      <pc:chgData name="Razan Abu Alnasor" userId="57f13d742c827ca9" providerId="LiveId" clId="{DA2DD253-E425-496A-B505-321D492F3100}" dt="2025-08-02T18:56:19.812" v="0" actId="1076"/>
      <pc:docMkLst>
        <pc:docMk/>
      </pc:docMkLst>
      <pc:sldChg chg="modSp mod">
        <pc:chgData name="Razan Abu Alnasor" userId="57f13d742c827ca9" providerId="LiveId" clId="{DA2DD253-E425-496A-B505-321D492F3100}" dt="2025-08-02T18:56:19.812" v="0" actId="1076"/>
        <pc:sldMkLst>
          <pc:docMk/>
          <pc:sldMk cId="1998647750" sldId="277"/>
        </pc:sldMkLst>
        <pc:spChg chg="mod">
          <ac:chgData name="Razan Abu Alnasor" userId="57f13d742c827ca9" providerId="LiveId" clId="{DA2DD253-E425-496A-B505-321D492F3100}" dt="2025-08-02T18:56:19.812" v="0" actId="1076"/>
          <ac:spMkLst>
            <pc:docMk/>
            <pc:sldMk cId="1998647750" sldId="277"/>
            <ac:spMk id="10" creationId="{F81D663F-44DD-F059-9C36-2DCA87AC9F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082DE-9AEA-A445-B1CA-C889F723E9FC}" type="datetimeFigureOut">
              <a:rPr lang="en-SA" smtClean="0"/>
              <a:t>12/23/2025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EA3AE-CF25-CC44-AA6E-8635BAFE8C4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7628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EA3AE-CF25-CC44-AA6E-8635BAFE8C45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7250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6C6CA-A4A5-5511-9AA0-6CCC96A9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7AE3F-C49C-C22E-34D0-F29176BD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CAE0D-8EA0-5EE6-5DF8-B0A81A842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E8560-775D-15DC-76A2-9FB6D4BFB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EA3AE-CF25-CC44-AA6E-8635BAFE8C45}" type="slidenum">
              <a:rPr lang="en-SA" smtClean="0"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1160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10" Type="http://schemas.openxmlformats.org/officeDocument/2006/relationships/image" Target="../media/image8.emf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8283F1-D68D-3AE4-AEC6-667DD80D27E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38F1F-7923-4C68-A850-35F55A5AC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3792" y="1606226"/>
            <a:ext cx="6153658" cy="2852737"/>
          </a:xfrm>
        </p:spPr>
        <p:txBody>
          <a:bodyPr anchor="b"/>
          <a:lstStyle>
            <a:lvl1pPr>
              <a:defRPr sz="6000"/>
            </a:lvl1pPr>
          </a:lstStyle>
          <a:p>
            <a:pPr algn="r"/>
            <a:r>
              <a:rPr lang="ar-SA" sz="6000" b="1" dirty="0">
                <a:solidFill>
                  <a:schemeClr val="bg1"/>
                </a:solidFill>
                <a:latin typeface="Tajawal" pitchFamily="2" charset="-78"/>
                <a:cs typeface="Tajawal" pitchFamily="2" charset="-78"/>
              </a:rPr>
              <a:t>أنقر هنا لإضافة العنوان الرئيسي</a:t>
            </a:r>
            <a:endParaRPr lang="en-SA" sz="6000" b="1" dirty="0">
              <a:solidFill>
                <a:schemeClr val="bg1"/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C949F-C1A1-6697-8C8B-75C802A750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968" y="4882896"/>
            <a:ext cx="4745482" cy="120675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SA" dirty="0">
                <a:solidFill>
                  <a:srgbClr val="0099A1"/>
                </a:solidFill>
                <a:latin typeface="Tajawal" pitchFamily="2" charset="-78"/>
                <a:cs typeface="Tajawal" pitchFamily="2" charset="-78"/>
              </a:rPr>
              <a:t>أنقر هنا لإضافة نص</a:t>
            </a:r>
            <a:endParaRPr lang="en-SA" dirty="0">
              <a:solidFill>
                <a:srgbClr val="0099A1"/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2713C-9D69-DEF2-A325-776A3B02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AE7A-1BDB-2044-ADEA-A65BC4BA9FE8}" type="datetime1">
              <a:rPr lang="en-US" smtClean="0"/>
              <a:t>12/23/2025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0393E-908E-7F25-71A2-6DC6B2D0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A8091-1B82-1C22-5EF0-26ADE0E1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  <p:pic>
        <p:nvPicPr>
          <p:cNvPr id="13" name="Picture 12" descr="A white and yellow logo&#10;&#10;AI-generated content may be incorrect.">
            <a:extLst>
              <a:ext uri="{FF2B5EF4-FFF2-40B4-BE49-F238E27FC236}">
                <a16:creationId xmlns:a16="http://schemas.microsoft.com/office/drawing/2014/main" id="{6B965FCE-5C99-F98F-0CEA-6B2DA46F8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2228" y="213767"/>
            <a:ext cx="1648891" cy="770407"/>
          </a:xfrm>
          <a:prstGeom prst="rect">
            <a:avLst/>
          </a:prstGeom>
        </p:spPr>
      </p:pic>
      <p:sp>
        <p:nvSpPr>
          <p:cNvPr id="44" name="Freeform 43">
            <a:extLst>
              <a:ext uri="{FF2B5EF4-FFF2-40B4-BE49-F238E27FC236}">
                <a16:creationId xmlns:a16="http://schemas.microsoft.com/office/drawing/2014/main" id="{01912B86-88D7-E057-E4F1-FADC23F4A13F}"/>
              </a:ext>
            </a:extLst>
          </p:cNvPr>
          <p:cNvSpPr/>
          <p:nvPr userDrawn="1"/>
        </p:nvSpPr>
        <p:spPr>
          <a:xfrm rot="10800000">
            <a:off x="-20773" y="1141354"/>
            <a:ext cx="2687708" cy="5601412"/>
          </a:xfrm>
          <a:custGeom>
            <a:avLst/>
            <a:gdLst>
              <a:gd name="connsiteX0" fmla="*/ 2687708 w 2687708"/>
              <a:gd name="connsiteY0" fmla="*/ 5601412 h 5601412"/>
              <a:gd name="connsiteX1" fmla="*/ 1791903 w 2687708"/>
              <a:gd name="connsiteY1" fmla="*/ 4692313 h 5601412"/>
              <a:gd name="connsiteX2" fmla="*/ 126950 w 2687708"/>
              <a:gd name="connsiteY2" fmla="*/ 3013609 h 5601412"/>
              <a:gd name="connsiteX3" fmla="*/ 125341 w 2687708"/>
              <a:gd name="connsiteY3" fmla="*/ 2580864 h 5601412"/>
              <a:gd name="connsiteX4" fmla="*/ 1506430 w 2687708"/>
              <a:gd name="connsiteY4" fmla="*/ 1192606 h 5601412"/>
              <a:gd name="connsiteX5" fmla="*/ 2687708 w 2687708"/>
              <a:gd name="connsiteY5" fmla="*/ 0 h 5601412"/>
              <a:gd name="connsiteX6" fmla="*/ 2687708 w 2687708"/>
              <a:gd name="connsiteY6" fmla="*/ 5601412 h 560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87708" h="5601412">
                <a:moveTo>
                  <a:pt x="2687708" y="5601412"/>
                </a:moveTo>
                <a:lnTo>
                  <a:pt x="1791903" y="4692313"/>
                </a:lnTo>
                <a:cubicBezTo>
                  <a:pt x="1238260" y="4130996"/>
                  <a:pt x="683812" y="3570688"/>
                  <a:pt x="126950" y="3013609"/>
                </a:cubicBezTo>
                <a:cubicBezTo>
                  <a:pt x="-40430" y="2845678"/>
                  <a:pt x="-43649" y="2748795"/>
                  <a:pt x="125341" y="2580864"/>
                </a:cubicBezTo>
                <a:cubicBezTo>
                  <a:pt x="588051" y="2120668"/>
                  <a:pt x="1047542" y="1656839"/>
                  <a:pt x="1506430" y="1192606"/>
                </a:cubicBezTo>
                <a:lnTo>
                  <a:pt x="2687708" y="0"/>
                </a:lnTo>
                <a:lnTo>
                  <a:pt x="2687708" y="5601412"/>
                </a:lnTo>
                <a:close/>
              </a:path>
            </a:pathLst>
          </a:custGeom>
          <a:noFill/>
          <a:ln w="12700" cap="flat">
            <a:solidFill>
              <a:schemeClr val="bg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0C79463A-EB45-664A-A863-BF26F1F77F9D}"/>
              </a:ext>
            </a:extLst>
          </p:cNvPr>
          <p:cNvSpPr/>
          <p:nvPr userDrawn="1"/>
        </p:nvSpPr>
        <p:spPr>
          <a:xfrm rot="10800000">
            <a:off x="-10490" y="484150"/>
            <a:ext cx="3293094" cy="6386324"/>
          </a:xfrm>
          <a:custGeom>
            <a:avLst/>
            <a:gdLst>
              <a:gd name="connsiteX0" fmla="*/ 3293094 w 3293094"/>
              <a:gd name="connsiteY0" fmla="*/ 6386324 h 6386324"/>
              <a:gd name="connsiteX1" fmla="*/ 2290996 w 3293094"/>
              <a:gd name="connsiteY1" fmla="*/ 5369354 h 6386324"/>
              <a:gd name="connsiteX2" fmla="*/ 162309 w 3293094"/>
              <a:gd name="connsiteY2" fmla="*/ 3223084 h 6386324"/>
              <a:gd name="connsiteX3" fmla="*/ 160251 w 3293094"/>
              <a:gd name="connsiteY3" fmla="*/ 2669808 h 6386324"/>
              <a:gd name="connsiteX4" fmla="*/ 1926011 w 3293094"/>
              <a:gd name="connsiteY4" fmla="*/ 894883 h 6386324"/>
              <a:gd name="connsiteX5" fmla="*/ 2812394 w 3293094"/>
              <a:gd name="connsiteY5" fmla="*/ 0 h 6386324"/>
              <a:gd name="connsiteX6" fmla="*/ 3293094 w 3293094"/>
              <a:gd name="connsiteY6" fmla="*/ 0 h 6386324"/>
              <a:gd name="connsiteX7" fmla="*/ 3293094 w 3293094"/>
              <a:gd name="connsiteY7" fmla="*/ 6386324 h 63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3094" h="6386324">
                <a:moveTo>
                  <a:pt x="3293094" y="6386324"/>
                </a:moveTo>
                <a:lnTo>
                  <a:pt x="2290996" y="5369354"/>
                </a:lnTo>
                <a:cubicBezTo>
                  <a:pt x="1583148" y="4651694"/>
                  <a:pt x="874272" y="3935325"/>
                  <a:pt x="162309" y="3223084"/>
                </a:cubicBezTo>
                <a:cubicBezTo>
                  <a:pt x="-51692" y="3008380"/>
                  <a:pt x="-55807" y="2884512"/>
                  <a:pt x="160251" y="2669808"/>
                </a:cubicBezTo>
                <a:cubicBezTo>
                  <a:pt x="751839" y="2081435"/>
                  <a:pt x="1339311" y="1488417"/>
                  <a:pt x="1926011" y="894883"/>
                </a:cubicBezTo>
                <a:lnTo>
                  <a:pt x="2812394" y="0"/>
                </a:lnTo>
                <a:lnTo>
                  <a:pt x="3293094" y="0"/>
                </a:lnTo>
                <a:lnTo>
                  <a:pt x="3293094" y="6386324"/>
                </a:lnTo>
                <a:close/>
              </a:path>
            </a:pathLst>
          </a:custGeom>
          <a:noFill/>
          <a:ln w="12700" cap="flat">
            <a:solidFill>
              <a:schemeClr val="bg1">
                <a:alpha val="6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SA" dirty="0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651F659D-E77D-7CE8-3881-451A02B4CA68}"/>
              </a:ext>
            </a:extLst>
          </p:cNvPr>
          <p:cNvSpPr/>
          <p:nvPr userDrawn="1"/>
        </p:nvSpPr>
        <p:spPr>
          <a:xfrm>
            <a:off x="-41215" y="-12474"/>
            <a:ext cx="4206086" cy="6842217"/>
          </a:xfrm>
          <a:custGeom>
            <a:avLst/>
            <a:gdLst>
              <a:gd name="connsiteX0" fmla="*/ 0 w 4206086"/>
              <a:gd name="connsiteY0" fmla="*/ 0 h 6842217"/>
              <a:gd name="connsiteX1" fmla="*/ 337859 w 4206086"/>
              <a:gd name="connsiteY1" fmla="*/ 0 h 6842217"/>
              <a:gd name="connsiteX2" fmla="*/ 1223451 w 4206086"/>
              <a:gd name="connsiteY2" fmla="*/ 898733 h 6842217"/>
              <a:gd name="connsiteX3" fmla="*/ 3994777 w 4206086"/>
              <a:gd name="connsiteY3" fmla="*/ 3692950 h 6842217"/>
              <a:gd name="connsiteX4" fmla="*/ 3997457 w 4206086"/>
              <a:gd name="connsiteY4" fmla="*/ 4413259 h 6842217"/>
              <a:gd name="connsiteX5" fmla="*/ 1698621 w 4206086"/>
              <a:gd name="connsiteY5" fmla="*/ 6724025 h 6842217"/>
              <a:gd name="connsiteX6" fmla="*/ 1581552 w 4206086"/>
              <a:gd name="connsiteY6" fmla="*/ 6842217 h 6842217"/>
              <a:gd name="connsiteX7" fmla="*/ 0 w 4206086"/>
              <a:gd name="connsiteY7" fmla="*/ 6842217 h 6842217"/>
              <a:gd name="connsiteX8" fmla="*/ 0 w 4206086"/>
              <a:gd name="connsiteY8" fmla="*/ 0 h 684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06086" h="6842217">
                <a:moveTo>
                  <a:pt x="0" y="0"/>
                </a:moveTo>
                <a:lnTo>
                  <a:pt x="337859" y="0"/>
                </a:lnTo>
                <a:lnTo>
                  <a:pt x="1223451" y="898733"/>
                </a:lnTo>
                <a:cubicBezTo>
                  <a:pt x="2144994" y="1833050"/>
                  <a:pt x="3067877" y="2765688"/>
                  <a:pt x="3994777" y="3692950"/>
                </a:cubicBezTo>
                <a:cubicBezTo>
                  <a:pt x="4273384" y="3972473"/>
                  <a:pt x="4278741" y="4133737"/>
                  <a:pt x="3997457" y="4413259"/>
                </a:cubicBezTo>
                <a:cubicBezTo>
                  <a:pt x="3227272" y="5179259"/>
                  <a:pt x="2462444" y="5951306"/>
                  <a:pt x="1698621" y="6724025"/>
                </a:cubicBezTo>
                <a:lnTo>
                  <a:pt x="1581552" y="6842217"/>
                </a:lnTo>
                <a:lnTo>
                  <a:pt x="0" y="6842217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chemeClr val="bg1">
                <a:alpha val="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030206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roof&#10;&#10;AI-generated content may be incorrect.">
            <a:extLst>
              <a:ext uri="{FF2B5EF4-FFF2-40B4-BE49-F238E27FC236}">
                <a16:creationId xmlns:a16="http://schemas.microsoft.com/office/drawing/2014/main" id="{8B2DEA2E-7095-18A4-5E45-9A59EE99C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81BC9-8813-660D-FCCB-0C1DDFB1F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9800" y="1627185"/>
            <a:ext cx="9144000" cy="2387600"/>
          </a:xfrm>
        </p:spPr>
        <p:txBody>
          <a:bodyPr anchor="b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3200" b="1" kern="1200" dirty="0">
                <a:solidFill>
                  <a:schemeClr val="bg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ar-SA" dirty="0"/>
              <a:t>أنقر هنا لإضافة عنوان الرئيسي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F95E2-9928-7F18-1C98-E36CF5FB00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9800" y="4106860"/>
            <a:ext cx="9144000" cy="1655762"/>
          </a:xfrm>
        </p:spPr>
        <p:txBody>
          <a:bodyPr>
            <a:normAutofit/>
          </a:bodyPr>
          <a:lstStyle>
            <a:lvl1pPr marL="0" indent="0" algn="r">
              <a:buNone/>
              <a:defRPr lang="en-SA" sz="2400" kern="1200" dirty="0">
                <a:solidFill>
                  <a:srgbClr val="0099A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أنقر هنا لإضافة عنوان الفرعي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67FB-2E96-96A4-CBFC-57050088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65E8-7173-F842-8B29-819F83F115D3}" type="datetime1">
              <a:rPr lang="en-US" smtClean="0"/>
              <a:t>12/23/2025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F60B-C786-8684-FDF5-53FE20B4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59A78-4CE1-D225-722F-A9833DA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5166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trees and a parking lot&#10;&#10;AI-generated content may be incorrect.">
            <a:extLst>
              <a:ext uri="{FF2B5EF4-FFF2-40B4-BE49-F238E27FC236}">
                <a16:creationId xmlns:a16="http://schemas.microsoft.com/office/drawing/2014/main" id="{B3AC692B-7D02-B5BF-090E-1583AE95ED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0" y="0"/>
            <a:ext cx="12190719" cy="6908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81BC9-8813-660D-FCCB-0C1DDFB1F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9800" y="1627185"/>
            <a:ext cx="9144000" cy="2387600"/>
          </a:xfrm>
        </p:spPr>
        <p:txBody>
          <a:bodyPr anchor="b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3200" b="1" kern="1200" dirty="0">
                <a:solidFill>
                  <a:schemeClr val="bg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ar-SA" dirty="0"/>
              <a:t>أنقر هنا لإضافة عنوان الرئيسي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F95E2-9928-7F18-1C98-E36CF5FB00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9800" y="4106860"/>
            <a:ext cx="9144000" cy="1655762"/>
          </a:xfrm>
        </p:spPr>
        <p:txBody>
          <a:bodyPr>
            <a:normAutofit/>
          </a:bodyPr>
          <a:lstStyle>
            <a:lvl1pPr marL="0" indent="0" algn="r">
              <a:buNone/>
              <a:defRPr lang="en-SA" sz="2400" kern="1200" dirty="0">
                <a:solidFill>
                  <a:srgbClr val="0099A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أنقر هنا لإضافة عنوان الفرعي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67FB-2E96-96A4-CBFC-57050088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65E8-7173-F842-8B29-819F83F115D3}" type="datetime1">
              <a:rPr lang="en-US" smtClean="0"/>
              <a:t>12/23/2025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F60B-C786-8684-FDF5-53FE20B4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59A78-4CE1-D225-722F-A9833DA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4929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roof&#10;&#10;AI-generated content may be incorrect.">
            <a:extLst>
              <a:ext uri="{FF2B5EF4-FFF2-40B4-BE49-F238E27FC236}">
                <a16:creationId xmlns:a16="http://schemas.microsoft.com/office/drawing/2014/main" id="{FB7C23B5-9FA0-2088-4A8E-2CCFADEB80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256" b="1971"/>
          <a:stretch/>
        </p:blipFill>
        <p:spPr>
          <a:xfrm>
            <a:off x="1282" y="0"/>
            <a:ext cx="1219071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81BC9-8813-660D-FCCB-0C1DDFB1F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9800" y="1627185"/>
            <a:ext cx="9144000" cy="2387600"/>
          </a:xfrm>
        </p:spPr>
        <p:txBody>
          <a:bodyPr anchor="b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3200" b="1" kern="1200" dirty="0">
                <a:solidFill>
                  <a:schemeClr val="bg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ar-SA" dirty="0"/>
              <a:t>أنقر هنا لإضافة عنوان الرئيسي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F95E2-9928-7F18-1C98-E36CF5FB00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9800" y="4106860"/>
            <a:ext cx="9144000" cy="1655762"/>
          </a:xfrm>
        </p:spPr>
        <p:txBody>
          <a:bodyPr>
            <a:normAutofit/>
          </a:bodyPr>
          <a:lstStyle>
            <a:lvl1pPr marL="0" indent="0" algn="r">
              <a:buNone/>
              <a:defRPr lang="en-SA" sz="2400" kern="1200" dirty="0">
                <a:solidFill>
                  <a:srgbClr val="0099A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أنقر هنا لإضافة عنوان الفرعي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67FB-2E96-96A4-CBFC-57050088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65E8-7173-F842-8B29-819F83F115D3}" type="datetime1">
              <a:rPr lang="en-US" smtClean="0"/>
              <a:t>12/23/2025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F60B-C786-8684-FDF5-53FE20B4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59A78-4CE1-D225-722F-A9833DA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9311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tennis court&#10;&#10;AI-generated content may be incorrect.">
            <a:extLst>
              <a:ext uri="{FF2B5EF4-FFF2-40B4-BE49-F238E27FC236}">
                <a16:creationId xmlns:a16="http://schemas.microsoft.com/office/drawing/2014/main" id="{2FA76495-C6E9-D1BB-0BE4-0DFF53B1B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13772" cy="6930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81BC9-8813-660D-FCCB-0C1DDFB1F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9800" y="1627185"/>
            <a:ext cx="9144000" cy="2387600"/>
          </a:xfrm>
        </p:spPr>
        <p:txBody>
          <a:bodyPr anchor="b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4000" b="1" kern="1200" dirty="0">
                <a:solidFill>
                  <a:schemeClr val="bg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ar-SA" dirty="0"/>
              <a:t>أنقر هنا لإضافة عنوان الرئيسي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F95E2-9928-7F18-1C98-E36CF5FB00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9800" y="4106860"/>
            <a:ext cx="9144000" cy="1655762"/>
          </a:xfrm>
        </p:spPr>
        <p:txBody>
          <a:bodyPr>
            <a:normAutofit/>
          </a:bodyPr>
          <a:lstStyle>
            <a:lvl1pPr marL="0" indent="0" algn="r">
              <a:buNone/>
              <a:defRPr lang="en-SA" sz="2400" kern="1200" dirty="0">
                <a:solidFill>
                  <a:srgbClr val="0099A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أنقر هنا لإضافة عنوان الفرعي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67FB-2E96-96A4-CBFC-57050088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65E8-7173-F842-8B29-819F83F115D3}" type="datetime1">
              <a:rPr lang="en-US" smtClean="0"/>
              <a:t>12/23/2025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F60B-C786-8684-FDF5-53FE20B4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59A78-4CE1-D225-722F-A9833DA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7340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arge building with glass walls and a glass ceiling&#10;&#10;AI-generated content may be incorrect.">
            <a:extLst>
              <a:ext uri="{FF2B5EF4-FFF2-40B4-BE49-F238E27FC236}">
                <a16:creationId xmlns:a16="http://schemas.microsoft.com/office/drawing/2014/main" id="{128D7C2E-9B16-D8CA-E2E5-38E28C494C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322B3AA5-2E30-E19D-C3B6-F5A6BE81D195}"/>
              </a:ext>
            </a:extLst>
          </p:cNvPr>
          <p:cNvSpPr/>
          <p:nvPr userDrawn="1"/>
        </p:nvSpPr>
        <p:spPr>
          <a:xfrm>
            <a:off x="3137647" y="0"/>
            <a:ext cx="9054353" cy="6858000"/>
          </a:xfrm>
          <a:custGeom>
            <a:avLst/>
            <a:gdLst>
              <a:gd name="connsiteX0" fmla="*/ 439272 w 7368988"/>
              <a:gd name="connsiteY0" fmla="*/ 0 h 6858000"/>
              <a:gd name="connsiteX1" fmla="*/ 7368988 w 7368988"/>
              <a:gd name="connsiteY1" fmla="*/ 0 h 6858000"/>
              <a:gd name="connsiteX2" fmla="*/ 7368988 w 7368988"/>
              <a:gd name="connsiteY2" fmla="*/ 6858000 h 6858000"/>
              <a:gd name="connsiteX3" fmla="*/ 0 w 7368988"/>
              <a:gd name="connsiteY3" fmla="*/ 6858000 h 6858000"/>
              <a:gd name="connsiteX4" fmla="*/ 0 w 7368988"/>
              <a:gd name="connsiteY4" fmla="*/ 439272 h 6858000"/>
              <a:gd name="connsiteX5" fmla="*/ 439272 w 73689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68988" h="6858000">
                <a:moveTo>
                  <a:pt x="439272" y="0"/>
                </a:moveTo>
                <a:lnTo>
                  <a:pt x="7368988" y="0"/>
                </a:lnTo>
                <a:lnTo>
                  <a:pt x="7368988" y="6858000"/>
                </a:lnTo>
                <a:lnTo>
                  <a:pt x="0" y="6858000"/>
                </a:lnTo>
                <a:lnTo>
                  <a:pt x="0" y="439272"/>
                </a:lnTo>
                <a:cubicBezTo>
                  <a:pt x="0" y="196669"/>
                  <a:pt x="196669" y="0"/>
                  <a:pt x="439272" y="0"/>
                </a:cubicBezTo>
                <a:close/>
              </a:path>
            </a:pathLst>
          </a:custGeom>
          <a:solidFill>
            <a:schemeClr val="tx2">
              <a:lumMod val="50000"/>
              <a:alpha val="8817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76586-242C-226B-4877-9D62F09C5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365125"/>
            <a:ext cx="7772400" cy="1325563"/>
          </a:xfrm>
        </p:spPr>
        <p:txBody>
          <a:bodyPr>
            <a:normAutofit/>
          </a:bodyPr>
          <a:lstStyle>
            <a:lvl1pPr marL="0"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3200" b="1" i="0" kern="1200" dirty="0">
                <a:solidFill>
                  <a:schemeClr val="bg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r>
              <a:rPr lang="ar-SA" dirty="0"/>
              <a:t>أنقر هنا لإضافة عنوان الفهرس</a:t>
            </a:r>
            <a:endParaRPr lang="en-SA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1B76060-1B3F-F397-F601-7BD1111899A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603812" y="1825625"/>
            <a:ext cx="7772400" cy="4351338"/>
          </a:xfrm>
        </p:spPr>
        <p:txBody>
          <a:bodyPr/>
          <a:lstStyle>
            <a:lvl1pPr marL="0" indent="0">
              <a:buFont typeface="+mj-lt"/>
              <a:buAutoNum type="arabicPeriod"/>
              <a:defRPr lang="ar-SA" sz="2800" b="0" i="0" kern="1200" dirty="0">
                <a:solidFill>
                  <a:schemeClr val="bg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847158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CCA16939-E7E8-97AB-F427-E63D6AB28DFD}"/>
              </a:ext>
            </a:extLst>
          </p:cNvPr>
          <p:cNvSpPr/>
          <p:nvPr userDrawn="1"/>
        </p:nvSpPr>
        <p:spPr>
          <a:xfrm rot="10800000">
            <a:off x="-20773" y="1141354"/>
            <a:ext cx="2687708" cy="5601412"/>
          </a:xfrm>
          <a:custGeom>
            <a:avLst/>
            <a:gdLst>
              <a:gd name="connsiteX0" fmla="*/ 2687708 w 2687708"/>
              <a:gd name="connsiteY0" fmla="*/ 5601412 h 5601412"/>
              <a:gd name="connsiteX1" fmla="*/ 1791903 w 2687708"/>
              <a:gd name="connsiteY1" fmla="*/ 4692313 h 5601412"/>
              <a:gd name="connsiteX2" fmla="*/ 126950 w 2687708"/>
              <a:gd name="connsiteY2" fmla="*/ 3013609 h 5601412"/>
              <a:gd name="connsiteX3" fmla="*/ 125341 w 2687708"/>
              <a:gd name="connsiteY3" fmla="*/ 2580864 h 5601412"/>
              <a:gd name="connsiteX4" fmla="*/ 1506430 w 2687708"/>
              <a:gd name="connsiteY4" fmla="*/ 1192606 h 5601412"/>
              <a:gd name="connsiteX5" fmla="*/ 2687708 w 2687708"/>
              <a:gd name="connsiteY5" fmla="*/ 0 h 5601412"/>
              <a:gd name="connsiteX6" fmla="*/ 2687708 w 2687708"/>
              <a:gd name="connsiteY6" fmla="*/ 5601412 h 560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87708" h="5601412">
                <a:moveTo>
                  <a:pt x="2687708" y="5601412"/>
                </a:moveTo>
                <a:lnTo>
                  <a:pt x="1791903" y="4692313"/>
                </a:lnTo>
                <a:cubicBezTo>
                  <a:pt x="1238260" y="4130996"/>
                  <a:pt x="683812" y="3570688"/>
                  <a:pt x="126950" y="3013609"/>
                </a:cubicBezTo>
                <a:cubicBezTo>
                  <a:pt x="-40430" y="2845678"/>
                  <a:pt x="-43649" y="2748795"/>
                  <a:pt x="125341" y="2580864"/>
                </a:cubicBezTo>
                <a:cubicBezTo>
                  <a:pt x="588051" y="2120668"/>
                  <a:pt x="1047542" y="1656839"/>
                  <a:pt x="1506430" y="1192606"/>
                </a:cubicBezTo>
                <a:lnTo>
                  <a:pt x="2687708" y="0"/>
                </a:lnTo>
                <a:lnTo>
                  <a:pt x="2687708" y="5601412"/>
                </a:lnTo>
                <a:close/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9D3C01D-FCED-90A6-09F6-39C52D6D0810}"/>
              </a:ext>
            </a:extLst>
          </p:cNvPr>
          <p:cNvSpPr/>
          <p:nvPr userDrawn="1"/>
        </p:nvSpPr>
        <p:spPr>
          <a:xfrm rot="10800000">
            <a:off x="-10490" y="484150"/>
            <a:ext cx="3293094" cy="6386324"/>
          </a:xfrm>
          <a:custGeom>
            <a:avLst/>
            <a:gdLst>
              <a:gd name="connsiteX0" fmla="*/ 3293094 w 3293094"/>
              <a:gd name="connsiteY0" fmla="*/ 6386324 h 6386324"/>
              <a:gd name="connsiteX1" fmla="*/ 2290996 w 3293094"/>
              <a:gd name="connsiteY1" fmla="*/ 5369354 h 6386324"/>
              <a:gd name="connsiteX2" fmla="*/ 162309 w 3293094"/>
              <a:gd name="connsiteY2" fmla="*/ 3223084 h 6386324"/>
              <a:gd name="connsiteX3" fmla="*/ 160251 w 3293094"/>
              <a:gd name="connsiteY3" fmla="*/ 2669808 h 6386324"/>
              <a:gd name="connsiteX4" fmla="*/ 1926011 w 3293094"/>
              <a:gd name="connsiteY4" fmla="*/ 894883 h 6386324"/>
              <a:gd name="connsiteX5" fmla="*/ 2812394 w 3293094"/>
              <a:gd name="connsiteY5" fmla="*/ 0 h 6386324"/>
              <a:gd name="connsiteX6" fmla="*/ 3293094 w 3293094"/>
              <a:gd name="connsiteY6" fmla="*/ 0 h 6386324"/>
              <a:gd name="connsiteX7" fmla="*/ 3293094 w 3293094"/>
              <a:gd name="connsiteY7" fmla="*/ 6386324 h 63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3094" h="6386324">
                <a:moveTo>
                  <a:pt x="3293094" y="6386324"/>
                </a:moveTo>
                <a:lnTo>
                  <a:pt x="2290996" y="5369354"/>
                </a:lnTo>
                <a:cubicBezTo>
                  <a:pt x="1583148" y="4651694"/>
                  <a:pt x="874272" y="3935325"/>
                  <a:pt x="162309" y="3223084"/>
                </a:cubicBezTo>
                <a:cubicBezTo>
                  <a:pt x="-51692" y="3008380"/>
                  <a:pt x="-55807" y="2884512"/>
                  <a:pt x="160251" y="2669808"/>
                </a:cubicBezTo>
                <a:cubicBezTo>
                  <a:pt x="751839" y="2081435"/>
                  <a:pt x="1339311" y="1488417"/>
                  <a:pt x="1926011" y="894883"/>
                </a:cubicBezTo>
                <a:lnTo>
                  <a:pt x="2812394" y="0"/>
                </a:lnTo>
                <a:lnTo>
                  <a:pt x="3293094" y="0"/>
                </a:lnTo>
                <a:lnTo>
                  <a:pt x="3293094" y="6386324"/>
                </a:lnTo>
                <a:close/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SA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F33ECD6-AD87-A8CE-1EFF-ACD53DDBABFB}"/>
              </a:ext>
            </a:extLst>
          </p:cNvPr>
          <p:cNvSpPr/>
          <p:nvPr userDrawn="1"/>
        </p:nvSpPr>
        <p:spPr>
          <a:xfrm>
            <a:off x="-41215" y="-12474"/>
            <a:ext cx="4206086" cy="6842217"/>
          </a:xfrm>
          <a:custGeom>
            <a:avLst/>
            <a:gdLst>
              <a:gd name="connsiteX0" fmla="*/ 0 w 4206086"/>
              <a:gd name="connsiteY0" fmla="*/ 0 h 6842217"/>
              <a:gd name="connsiteX1" fmla="*/ 337859 w 4206086"/>
              <a:gd name="connsiteY1" fmla="*/ 0 h 6842217"/>
              <a:gd name="connsiteX2" fmla="*/ 1223451 w 4206086"/>
              <a:gd name="connsiteY2" fmla="*/ 898733 h 6842217"/>
              <a:gd name="connsiteX3" fmla="*/ 3994777 w 4206086"/>
              <a:gd name="connsiteY3" fmla="*/ 3692950 h 6842217"/>
              <a:gd name="connsiteX4" fmla="*/ 3997457 w 4206086"/>
              <a:gd name="connsiteY4" fmla="*/ 4413259 h 6842217"/>
              <a:gd name="connsiteX5" fmla="*/ 1698621 w 4206086"/>
              <a:gd name="connsiteY5" fmla="*/ 6724025 h 6842217"/>
              <a:gd name="connsiteX6" fmla="*/ 1581552 w 4206086"/>
              <a:gd name="connsiteY6" fmla="*/ 6842217 h 6842217"/>
              <a:gd name="connsiteX7" fmla="*/ 0 w 4206086"/>
              <a:gd name="connsiteY7" fmla="*/ 6842217 h 6842217"/>
              <a:gd name="connsiteX8" fmla="*/ 0 w 4206086"/>
              <a:gd name="connsiteY8" fmla="*/ 0 h 684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06086" h="6842217">
                <a:moveTo>
                  <a:pt x="0" y="0"/>
                </a:moveTo>
                <a:lnTo>
                  <a:pt x="337859" y="0"/>
                </a:lnTo>
                <a:lnTo>
                  <a:pt x="1223451" y="898733"/>
                </a:lnTo>
                <a:cubicBezTo>
                  <a:pt x="2144994" y="1833050"/>
                  <a:pt x="3067877" y="2765688"/>
                  <a:pt x="3994777" y="3692950"/>
                </a:cubicBezTo>
                <a:cubicBezTo>
                  <a:pt x="4273384" y="3972473"/>
                  <a:pt x="4278741" y="4133737"/>
                  <a:pt x="3997457" y="4413259"/>
                </a:cubicBezTo>
                <a:cubicBezTo>
                  <a:pt x="3227272" y="5179259"/>
                  <a:pt x="2462444" y="5951306"/>
                  <a:pt x="1698621" y="6724025"/>
                </a:cubicBezTo>
                <a:lnTo>
                  <a:pt x="1581552" y="6842217"/>
                </a:lnTo>
                <a:lnTo>
                  <a:pt x="0" y="6842217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A" dirty="0"/>
          </a:p>
        </p:txBody>
      </p:sp>
      <p:pic>
        <p:nvPicPr>
          <p:cNvPr id="10" name="Picture 9" descr="A building with glass windows&#10;&#10;AI-generated content may be incorrect.">
            <a:extLst>
              <a:ext uri="{FF2B5EF4-FFF2-40B4-BE49-F238E27FC236}">
                <a16:creationId xmlns:a16="http://schemas.microsoft.com/office/drawing/2014/main" id="{E180CF74-8722-E468-E769-94BC613AD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9382" y="3896449"/>
            <a:ext cx="4411985" cy="307585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A7848F7-CDCC-ED24-4B39-E32CEE43E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088" y="365125"/>
            <a:ext cx="6740712" cy="1325563"/>
          </a:xfrm>
        </p:spPr>
        <p:txBody>
          <a:bodyPr>
            <a:normAutofit/>
          </a:bodyPr>
          <a:lstStyle>
            <a:lvl1pPr marL="0"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3200" b="1" i="0" kern="1200" dirty="0">
                <a:solidFill>
                  <a:schemeClr val="tx2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r>
              <a:rPr lang="ar-SA" dirty="0"/>
              <a:t>أنقر هنا لإضافة عنوان الفهرس</a:t>
            </a:r>
            <a:endParaRPr lang="en-SA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9C7541-160E-39F6-BBF6-437892E3CC4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35500" y="1825625"/>
            <a:ext cx="6740712" cy="4351338"/>
          </a:xfrm>
        </p:spPr>
        <p:txBody>
          <a:bodyPr/>
          <a:lstStyle>
            <a:lvl1pPr marL="0" indent="0">
              <a:buFont typeface="+mj-lt"/>
              <a:buAutoNum type="arabicPeriod"/>
              <a:defRPr lang="ar-SA" sz="2800" b="0" i="0" kern="1200" dirty="0">
                <a:solidFill>
                  <a:schemeClr val="tx2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38196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2A92-BE9D-002C-02AC-22B183E17B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1" y="365125"/>
            <a:ext cx="11198858" cy="918903"/>
          </a:xfrm>
        </p:spPr>
        <p:txBody>
          <a:bodyPr>
            <a:normAutofit/>
          </a:bodyPr>
          <a:lstStyle>
            <a:lvl1pPr algn="r" rtl="1">
              <a:defRPr sz="2400" b="0" i="0">
                <a:solidFill>
                  <a:schemeClr val="accent1"/>
                </a:solidFill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أنقر هنا إضافة العنوان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D7852-2462-18DC-16A7-7654189B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‹#›</a:t>
            </a:fld>
            <a:endParaRPr lang="en-SA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2402859-060F-2C98-AC84-7D37DF226D8E}"/>
              </a:ext>
            </a:extLst>
          </p:cNvPr>
          <p:cNvSpPr/>
          <p:nvPr userDrawn="1"/>
        </p:nvSpPr>
        <p:spPr>
          <a:xfrm rot="10800000">
            <a:off x="11750575" y="365125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0" eaLnBrk="1" latinLnBrk="0" hangingPunct="1"/>
            <a:endParaRPr lang="en-S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20893F-D4F3-11E9-F73C-151EE4147C3A}"/>
              </a:ext>
            </a:extLst>
          </p:cNvPr>
          <p:cNvCxnSpPr>
            <a:cxnSpLocks/>
          </p:cNvCxnSpPr>
          <p:nvPr userDrawn="1"/>
        </p:nvCxnSpPr>
        <p:spPr>
          <a:xfrm>
            <a:off x="10761026" y="2514271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ECD5EA-16C0-D961-13F1-1869E9E0C04F}"/>
              </a:ext>
            </a:extLst>
          </p:cNvPr>
          <p:cNvCxnSpPr>
            <a:cxnSpLocks/>
          </p:cNvCxnSpPr>
          <p:nvPr userDrawn="1"/>
        </p:nvCxnSpPr>
        <p:spPr>
          <a:xfrm>
            <a:off x="10762613" y="4757637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AC929E9-658C-8F32-3BF3-CAA7FD1C230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4500" y="2717072"/>
            <a:ext cx="11198859" cy="918904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785B281-E70F-DEB1-B0EE-18484C9D087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44500" y="5014248"/>
            <a:ext cx="11198859" cy="918904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084A8C4-9C25-5013-2939-37B6A977E25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44500" y="1930823"/>
            <a:ext cx="11198859" cy="4301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478F1A-2E50-D04E-EF7F-50F657408A4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44500" y="4240699"/>
            <a:ext cx="11198859" cy="4301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49FCD5-88E9-644B-8D1D-5FC3F04CBF6E}"/>
              </a:ext>
            </a:extLst>
          </p:cNvPr>
          <p:cNvCxnSpPr>
            <a:cxnSpLocks/>
          </p:cNvCxnSpPr>
          <p:nvPr userDrawn="1"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815C219-F848-A469-8B94-771E851A4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5A24A-A323-CF01-5010-AADAA134BA8D}"/>
              </a:ext>
            </a:extLst>
          </p:cNvPr>
          <p:cNvSpPr txBox="1"/>
          <p:nvPr userDrawn="1"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0185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C285-1AE7-7756-2DAC-301132CCB2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1" y="365125"/>
            <a:ext cx="11198858" cy="918903"/>
          </a:xfrm>
        </p:spPr>
        <p:txBody>
          <a:bodyPr>
            <a:normAutofit/>
          </a:bodyPr>
          <a:lstStyle>
            <a:lvl1pPr algn="r" rtl="1">
              <a:defRPr sz="2400" b="0" i="0">
                <a:solidFill>
                  <a:schemeClr val="accent1"/>
                </a:solidFill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أنقر هنا إضافة العنوان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AE160FD-A358-3C30-0A4C-866F5C3FD756}"/>
              </a:ext>
            </a:extLst>
          </p:cNvPr>
          <p:cNvSpPr/>
          <p:nvPr userDrawn="1"/>
        </p:nvSpPr>
        <p:spPr>
          <a:xfrm rot="10800000">
            <a:off x="11750575" y="365125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EC21F-86B2-BB13-00D2-D16CCE8EEC6D}"/>
              </a:ext>
            </a:extLst>
          </p:cNvPr>
          <p:cNvSpPr/>
          <p:nvPr userDrawn="1"/>
        </p:nvSpPr>
        <p:spPr>
          <a:xfrm>
            <a:off x="9675495" y="1561514"/>
            <a:ext cx="1967864" cy="2564729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F2A7DC-58CA-6711-65FE-6908DC4D7DD4}"/>
              </a:ext>
            </a:extLst>
          </p:cNvPr>
          <p:cNvSpPr/>
          <p:nvPr userDrawn="1"/>
        </p:nvSpPr>
        <p:spPr>
          <a:xfrm>
            <a:off x="5697262" y="1561514"/>
            <a:ext cx="1967864" cy="2564729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31B1F1-C69A-2051-380F-59F8B0BD131C}"/>
              </a:ext>
            </a:extLst>
          </p:cNvPr>
          <p:cNvSpPr/>
          <p:nvPr userDrawn="1"/>
        </p:nvSpPr>
        <p:spPr>
          <a:xfrm>
            <a:off x="1408892" y="1593147"/>
            <a:ext cx="1967864" cy="2564729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9EE355-D7F6-522F-4247-08946FA18A4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995421" y="1730835"/>
            <a:ext cx="2291142" cy="2794911"/>
          </a:xfrm>
        </p:spPr>
        <p:txBody>
          <a:bodyPr/>
          <a:lstStyle>
            <a:lvl1pPr marL="514350" indent="-514350">
              <a:buFont typeface="+mj-lt"/>
              <a:buAutoNum type="arabicPeriod"/>
              <a:defRPr lang="ar-SA" sz="2800" b="0" i="0" kern="1200" dirty="0">
                <a:solidFill>
                  <a:schemeClr val="accent4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0C9C8A2-C9D3-DC46-C73A-67876E7C304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934094" y="1730835"/>
            <a:ext cx="2291142" cy="2794911"/>
          </a:xfrm>
        </p:spPr>
        <p:txBody>
          <a:bodyPr/>
          <a:lstStyle>
            <a:lvl1pPr marL="514350" indent="-514350">
              <a:buFont typeface="+mj-lt"/>
              <a:buAutoNum type="arabicPeriod"/>
              <a:defRPr lang="ar-SA" sz="2800" b="0" i="0" kern="1200" dirty="0">
                <a:solidFill>
                  <a:schemeClr val="accent4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A8A31DC-867A-659C-0BC9-A6FF3B15642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18712" y="1729219"/>
            <a:ext cx="2291142" cy="2794912"/>
          </a:xfrm>
        </p:spPr>
        <p:txBody>
          <a:bodyPr/>
          <a:lstStyle>
            <a:lvl1pPr marL="514350" indent="-514350">
              <a:buFont typeface="+mj-lt"/>
              <a:buAutoNum type="arabicPeriod"/>
              <a:defRPr lang="ar-SA" sz="2800" b="0" i="0" kern="1200" dirty="0">
                <a:solidFill>
                  <a:schemeClr val="accent4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C00C2D-5A45-3E89-8440-49C52FE54626}"/>
              </a:ext>
            </a:extLst>
          </p:cNvPr>
          <p:cNvCxnSpPr>
            <a:cxnSpLocks/>
          </p:cNvCxnSpPr>
          <p:nvPr userDrawn="1"/>
        </p:nvCxnSpPr>
        <p:spPr>
          <a:xfrm>
            <a:off x="10762613" y="5225171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2E4EA1F4-C4D4-2C12-043E-64D9557FBB68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8995421" y="5481782"/>
            <a:ext cx="2647938" cy="509435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6ABF93E-2CDC-C4E5-9DA9-6D9E1777947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995421" y="4708233"/>
            <a:ext cx="2647938" cy="4301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029EAE-E0FF-EC10-4A85-4D95DCD742DC}"/>
              </a:ext>
            </a:extLst>
          </p:cNvPr>
          <p:cNvCxnSpPr>
            <a:cxnSpLocks/>
          </p:cNvCxnSpPr>
          <p:nvPr userDrawn="1"/>
        </p:nvCxnSpPr>
        <p:spPr>
          <a:xfrm>
            <a:off x="6784380" y="5225171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7692C13-F22C-54F0-2B5A-CCB734DD64C0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5017188" y="5481782"/>
            <a:ext cx="2647938" cy="509435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CD35CC6-E758-D66F-BDF6-CAF450018F03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017188" y="4708233"/>
            <a:ext cx="2647938" cy="4301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84D7A2-5981-8C55-4BA2-758B23126313}"/>
              </a:ext>
            </a:extLst>
          </p:cNvPr>
          <p:cNvCxnSpPr>
            <a:cxnSpLocks/>
          </p:cNvCxnSpPr>
          <p:nvPr userDrawn="1"/>
        </p:nvCxnSpPr>
        <p:spPr>
          <a:xfrm>
            <a:off x="2497387" y="5225171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699C20F-2B2D-FE08-C6AF-EBFDCDDE203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730195" y="5481782"/>
            <a:ext cx="2647938" cy="509435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81EF0162-3BD6-5879-2C6D-55DE881F86AC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30195" y="4708233"/>
            <a:ext cx="2647938" cy="4301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01E9AE3-A284-FF10-65DF-1C7354D8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‹#›</a:t>
            </a:fld>
            <a:endParaRPr lang="en-SA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83FC29-C823-5AE6-037C-583837DB607E}"/>
              </a:ext>
            </a:extLst>
          </p:cNvPr>
          <p:cNvCxnSpPr>
            <a:cxnSpLocks/>
          </p:cNvCxnSpPr>
          <p:nvPr userDrawn="1"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103A2AA-5CED-5AE0-A712-62F1F847B1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A10A662-C39D-1A6F-8E73-6AA6CB4B8B26}"/>
              </a:ext>
            </a:extLst>
          </p:cNvPr>
          <p:cNvSpPr txBox="1"/>
          <p:nvPr userDrawn="1"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3162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08A141-4CB6-9118-B102-7FBC348C077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261411" y="1825625"/>
            <a:ext cx="4114800" cy="4351338"/>
          </a:xfrm>
        </p:spPr>
        <p:txBody>
          <a:bodyPr/>
          <a:lstStyle>
            <a:lvl1pPr marL="0" indent="0">
              <a:buFontTx/>
              <a:buNone/>
              <a:defRPr lang="ar-SA" sz="2800" b="0" i="0" kern="1200" dirty="0">
                <a:solidFill>
                  <a:schemeClr val="accent4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966BE3-54D9-EE96-D2A3-2EF36E90052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631576" y="1825625"/>
            <a:ext cx="4114800" cy="4351338"/>
          </a:xfrm>
        </p:spPr>
        <p:txBody>
          <a:bodyPr/>
          <a:lstStyle>
            <a:lvl1pPr marL="0" indent="0">
              <a:buFontTx/>
              <a:buNone/>
              <a:defRPr lang="ar-SA" sz="2800" b="0" i="0" kern="1200" dirty="0">
                <a:solidFill>
                  <a:schemeClr val="accent4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ar-SA" dirty="0"/>
              <a:t>أنقر هنا لإضافة العنوانين </a:t>
            </a:r>
          </a:p>
          <a:p>
            <a:pPr marL="228600" lvl="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163250C-978F-A77E-4666-1F000A15A9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5789" y="4788975"/>
            <a:ext cx="10751113" cy="1135251"/>
          </a:xfrm>
        </p:spPr>
        <p:txBody>
          <a:bodyPr/>
          <a:lstStyle>
            <a:lvl1pPr marL="0" indent="0" algn="r" rtl="1">
              <a:buFontTx/>
              <a:buNone/>
              <a:defRPr sz="2400" b="0" i="0">
                <a:solidFill>
                  <a:schemeClr val="bg2">
                    <a:lumMod val="50000"/>
                  </a:schemeClr>
                </a:solidFill>
                <a:latin typeface="Tajawal" pitchFamily="2" charset="-78"/>
                <a:cs typeface="Tajawal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514350" lvl="0" indent="-51435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ar-SA" dirty="0"/>
              <a:t>أنقر هنا لإضافة العنوانين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4232770-8B8D-1988-F55D-CF1DEAE72DAE}"/>
              </a:ext>
            </a:extLst>
          </p:cNvPr>
          <p:cNvSpPr/>
          <p:nvPr userDrawn="1"/>
        </p:nvSpPr>
        <p:spPr>
          <a:xfrm rot="10800000">
            <a:off x="11750575" y="365125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7A01CC-8B76-A11E-6E05-5E0A79824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1" y="365125"/>
            <a:ext cx="11198858" cy="918903"/>
          </a:xfrm>
        </p:spPr>
        <p:txBody>
          <a:bodyPr>
            <a:normAutofit/>
          </a:bodyPr>
          <a:lstStyle>
            <a:lvl1pPr algn="r" rtl="1">
              <a:defRPr sz="2400" b="0" i="0">
                <a:solidFill>
                  <a:schemeClr val="accent1"/>
                </a:solidFill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أنقر هنا إضافة العنوان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806BF24-837F-C768-6A6C-30D290FC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‹#›</a:t>
            </a:fld>
            <a:endParaRPr lang="en-SA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5B5F30-0B09-4C17-3249-9576126F8BE5}"/>
              </a:ext>
            </a:extLst>
          </p:cNvPr>
          <p:cNvCxnSpPr>
            <a:cxnSpLocks/>
          </p:cNvCxnSpPr>
          <p:nvPr userDrawn="1"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6085491-C577-DB83-02ED-6D5FF4DCF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A4AEE3-28E7-98B9-2162-CF6EA15D9B58}"/>
              </a:ext>
            </a:extLst>
          </p:cNvPr>
          <p:cNvSpPr txBox="1"/>
          <p:nvPr userDrawn="1"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67171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C27951-E8D7-D175-712E-405683EDD7C0}"/>
              </a:ext>
            </a:extLst>
          </p:cNvPr>
          <p:cNvCxnSpPr>
            <a:cxnSpLocks/>
          </p:cNvCxnSpPr>
          <p:nvPr userDrawn="1"/>
        </p:nvCxnSpPr>
        <p:spPr>
          <a:xfrm>
            <a:off x="10730767" y="4299128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oogle Shape;129;p2">
            <a:extLst>
              <a:ext uri="{FF2B5EF4-FFF2-40B4-BE49-F238E27FC236}">
                <a16:creationId xmlns:a16="http://schemas.microsoft.com/office/drawing/2014/main" id="{38F9EB44-74C3-8B20-58D7-6C96DAAA5DA3}"/>
              </a:ext>
            </a:extLst>
          </p:cNvPr>
          <p:cNvSpPr/>
          <p:nvPr userDrawn="1"/>
        </p:nvSpPr>
        <p:spPr>
          <a:xfrm>
            <a:off x="6679820" y="4749325"/>
            <a:ext cx="1153791" cy="8038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32;p2">
            <a:extLst>
              <a:ext uri="{FF2B5EF4-FFF2-40B4-BE49-F238E27FC236}">
                <a16:creationId xmlns:a16="http://schemas.microsoft.com/office/drawing/2014/main" id="{A1A03722-0936-92C1-C0C4-8C015E5158CF}"/>
              </a:ext>
            </a:extLst>
          </p:cNvPr>
          <p:cNvSpPr/>
          <p:nvPr userDrawn="1"/>
        </p:nvSpPr>
        <p:spPr>
          <a:xfrm>
            <a:off x="9215180" y="4741634"/>
            <a:ext cx="1153791" cy="8038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34;p2">
            <a:extLst>
              <a:ext uri="{FF2B5EF4-FFF2-40B4-BE49-F238E27FC236}">
                <a16:creationId xmlns:a16="http://schemas.microsoft.com/office/drawing/2014/main" id="{FEA98463-ED47-6A77-2AA3-5238229595FE}"/>
              </a:ext>
            </a:extLst>
          </p:cNvPr>
          <p:cNvSpPr/>
          <p:nvPr userDrawn="1"/>
        </p:nvSpPr>
        <p:spPr>
          <a:xfrm>
            <a:off x="10489567" y="4749325"/>
            <a:ext cx="1153791" cy="8038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algn="ctr" defTabSz="914400" rtl="0" eaLnBrk="1" latinLnBrk="0" hangingPunct="1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36;p2">
            <a:extLst>
              <a:ext uri="{FF2B5EF4-FFF2-40B4-BE49-F238E27FC236}">
                <a16:creationId xmlns:a16="http://schemas.microsoft.com/office/drawing/2014/main" id="{B46E5618-D49E-6D69-77EC-E6BDD4C538D6}"/>
              </a:ext>
            </a:extLst>
          </p:cNvPr>
          <p:cNvSpPr/>
          <p:nvPr userDrawn="1"/>
        </p:nvSpPr>
        <p:spPr>
          <a:xfrm>
            <a:off x="7959681" y="4749325"/>
            <a:ext cx="1153791" cy="8038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3B9CA8B-AA69-93CA-C3DA-02568F6474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0468" y="4688062"/>
            <a:ext cx="992493" cy="92632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C415E0A-EF1B-5023-C227-9B1FFE63C8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1835" y="4823174"/>
            <a:ext cx="998006" cy="83259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DC6EB8D-FF56-7CD4-F5E7-1F90F89D274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8065" y="4749325"/>
            <a:ext cx="856471" cy="811562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12E71F0-1686-643F-ECC5-2E2C73BDCDC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30767" y="4796970"/>
            <a:ext cx="739243" cy="70993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A4054F-C4D5-AF1F-127A-E1DCECFF8E9A}"/>
              </a:ext>
            </a:extLst>
          </p:cNvPr>
          <p:cNvCxnSpPr>
            <a:cxnSpLocks/>
          </p:cNvCxnSpPr>
          <p:nvPr userDrawn="1"/>
        </p:nvCxnSpPr>
        <p:spPr>
          <a:xfrm>
            <a:off x="4939569" y="4299128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>
            <a:extLst>
              <a:ext uri="{FF2B5EF4-FFF2-40B4-BE49-F238E27FC236}">
                <a16:creationId xmlns:a16="http://schemas.microsoft.com/office/drawing/2014/main" id="{2BE456F1-D2F2-65FA-8601-979964FA4AA7}"/>
              </a:ext>
            </a:extLst>
          </p:cNvPr>
          <p:cNvSpPr/>
          <p:nvPr userDrawn="1"/>
        </p:nvSpPr>
        <p:spPr>
          <a:xfrm rot="10800000">
            <a:off x="11750575" y="365125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0" eaLnBrk="1" latinLnBrk="0" hangingPunct="1"/>
            <a:endParaRPr lang="en-SA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8D53AF-477B-59C8-4A32-681FE9438B77}"/>
              </a:ext>
            </a:extLst>
          </p:cNvPr>
          <p:cNvCxnSpPr>
            <a:cxnSpLocks/>
          </p:cNvCxnSpPr>
          <p:nvPr userDrawn="1"/>
        </p:nvCxnSpPr>
        <p:spPr>
          <a:xfrm>
            <a:off x="10761026" y="2514271"/>
            <a:ext cx="88392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6F6983B6-1DC1-BB34-BC14-89560C07AFE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4500" y="2717072"/>
            <a:ext cx="11198859" cy="918904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5A66877-E2A0-EDAB-416A-D690706602A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44500" y="1930823"/>
            <a:ext cx="11198859" cy="4301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D794339-2876-B304-2031-FB47D3A9678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0748442" y="5705089"/>
            <a:ext cx="766093" cy="3693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0C001320-8B79-DC35-CBE7-CA8760FD1CB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285742" y="3811308"/>
            <a:ext cx="5357618" cy="361574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A98980CD-A2B1-55B4-EFFF-5726C297354D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444501" y="3811308"/>
            <a:ext cx="5357618" cy="361573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/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عنوان </a:t>
            </a:r>
            <a:endParaRPr lang="en-SA" dirty="0">
              <a:solidFill>
                <a:schemeClr val="accent1">
                  <a:lumMod val="7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9A8537CC-0DC6-DD45-88F0-7481D54EA4F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465553" y="5705089"/>
            <a:ext cx="766093" cy="3693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0857C2A1-C67E-2151-C320-12F669E15C3E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155368" y="5705089"/>
            <a:ext cx="766093" cy="3693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B74F334-160E-CBB5-6D5B-0E6D78A84A3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927069" y="5705089"/>
            <a:ext cx="766093" cy="369330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accent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0D30BB1D-1404-9795-60F2-BFFE885FE3A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44500" y="4425377"/>
            <a:ext cx="5357618" cy="1649022"/>
          </a:xfrm>
          <a:noFill/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8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8D4791A-6760-38B2-CB12-CD09E0CA6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1" y="365125"/>
            <a:ext cx="11198858" cy="918903"/>
          </a:xfrm>
        </p:spPr>
        <p:txBody>
          <a:bodyPr>
            <a:normAutofit/>
          </a:bodyPr>
          <a:lstStyle>
            <a:lvl1pPr algn="r" rtl="1">
              <a:defRPr sz="2400" b="0" i="0">
                <a:solidFill>
                  <a:schemeClr val="accent1"/>
                </a:solidFill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أنقر هنا إضافة العنوان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0F070B0-DCB1-5EEE-9ED9-E45DE04B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‹#›</a:t>
            </a:fld>
            <a:endParaRPr lang="en-S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7ADC35-8655-AB3A-9F62-8720B7050696}"/>
              </a:ext>
            </a:extLst>
          </p:cNvPr>
          <p:cNvCxnSpPr>
            <a:cxnSpLocks/>
          </p:cNvCxnSpPr>
          <p:nvPr userDrawn="1"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6A7FEBF-CAA0-88FB-2E0A-562E4F56C7B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9B8CBF-0F22-C011-392F-B25BA951CE95}"/>
              </a:ext>
            </a:extLst>
          </p:cNvPr>
          <p:cNvSpPr txBox="1"/>
          <p:nvPr userDrawn="1"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46587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9B86F-DB7D-A8CF-FEC0-DC1533E94E33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38065" y="1491019"/>
            <a:ext cx="4126967" cy="2251148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SA" sz="16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dirty="0"/>
              <a:t>الصورة</a:t>
            </a:r>
            <a:endParaRPr lang="en-S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760ED-5A7E-3F05-6667-184ECA63097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-13250" y="1491019"/>
            <a:ext cx="3963484" cy="2284874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6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A4C0441-8F27-1849-D24E-FA55D02BECF2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077201" y="1622153"/>
            <a:ext cx="4114799" cy="215374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6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0181725-21CA-2148-D9F2-C2CA2E0F26D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-13251" y="3784335"/>
            <a:ext cx="3951316" cy="2395754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SA" sz="16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dirty="0"/>
              <a:t>الصورة</a:t>
            </a:r>
            <a:endParaRPr lang="en-SA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EDF13E-0140-5954-8BAB-15F8924D851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962402" y="3775893"/>
            <a:ext cx="4114799" cy="2395754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ar-SA" sz="1600" kern="1200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algn="r" defTabSz="914400" rtl="0" eaLnBrk="1" latinLnBrk="0" hangingPunct="1"/>
            <a:r>
              <a:rPr lang="ar-SA" dirty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cs typeface="Tajawal" pitchFamily="2" charset="-78"/>
              </a:rPr>
              <a:t>النص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9DC628E-C554-C079-43D3-065FD4F44411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077201" y="3775893"/>
            <a:ext cx="4114799" cy="2404196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SA" sz="1600" kern="1200" dirty="0" smtClean="0">
                <a:solidFill>
                  <a:schemeClr val="tx1">
                    <a:lumMod val="75000"/>
                  </a:schemeClr>
                </a:solidFill>
                <a:latin typeface="Tajawal" pitchFamily="2" charset="-78"/>
                <a:ea typeface="+mn-ea"/>
                <a:cs typeface="Tajawal" pitchFamily="2" charset="-7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ar-SA" dirty="0"/>
              <a:t>الصورة</a:t>
            </a:r>
            <a:endParaRPr lang="en-SA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8EDDA-5A52-991E-25AC-AB9EAC407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1" y="365125"/>
            <a:ext cx="11198858" cy="918903"/>
          </a:xfrm>
        </p:spPr>
        <p:txBody>
          <a:bodyPr>
            <a:normAutofit/>
          </a:bodyPr>
          <a:lstStyle>
            <a:lvl1pPr algn="r" rtl="1">
              <a:defRPr sz="2400" b="0" i="0">
                <a:solidFill>
                  <a:schemeClr val="accent1"/>
                </a:solidFill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أنقر هنا إضافة العنوان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34ECA6F-7500-030B-A3E2-D689BA294842}"/>
              </a:ext>
            </a:extLst>
          </p:cNvPr>
          <p:cNvSpPr/>
          <p:nvPr userDrawn="1"/>
        </p:nvSpPr>
        <p:spPr>
          <a:xfrm rot="10800000">
            <a:off x="11750575" y="365125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4F7F52ED-7F05-BA5F-F5EA-00402332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‹#›</a:t>
            </a:fld>
            <a:endParaRPr lang="en-SA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ED37EC-4101-A738-52B3-C0267A99C196}"/>
              </a:ext>
            </a:extLst>
          </p:cNvPr>
          <p:cNvCxnSpPr>
            <a:cxnSpLocks/>
          </p:cNvCxnSpPr>
          <p:nvPr userDrawn="1"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88E1622-164B-82CF-39DC-F6A8EDF387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0A32FF-662D-8583-ACD6-05FA52782B8C}"/>
              </a:ext>
            </a:extLst>
          </p:cNvPr>
          <p:cNvSpPr txBox="1"/>
          <p:nvPr userDrawn="1"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7930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FD3E-844D-AB7F-E988-AC4FD7B6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E4A79-2300-177D-F281-43A0AD06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1CC6-369B-2F46-81C7-408AF6B4910A}" type="datetime1">
              <a:rPr lang="en-US" smtClean="0"/>
              <a:t>12/23/2025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25BE8-F59D-E6BA-92BD-9AD2B95B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4AAA-A6BF-9806-1AEF-0BCD3CCB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12DA22-9060-EEE2-1174-272CBAAA19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ADDE4507-837B-E39B-B9CE-461114F7BF24}"/>
              </a:ext>
            </a:extLst>
          </p:cNvPr>
          <p:cNvSpPr/>
          <p:nvPr userDrawn="1"/>
        </p:nvSpPr>
        <p:spPr>
          <a:xfrm rot="10800000">
            <a:off x="11750575" y="182238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AA26EEFE-D6D0-7DF2-4DF8-E748D3F5471D}"/>
              </a:ext>
            </a:extLst>
          </p:cNvPr>
          <p:cNvSpPr txBox="1">
            <a:spLocks/>
          </p:cNvSpPr>
          <p:nvPr userDrawn="1"/>
        </p:nvSpPr>
        <p:spPr>
          <a:xfrm>
            <a:off x="444501" y="365125"/>
            <a:ext cx="11198858" cy="918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accent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r>
              <a:rPr lang="ar-SA"/>
              <a:t>أنقر هنا إضافة العنوان</a:t>
            </a:r>
            <a:endParaRPr lang="ar-SA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8C19299-C16A-23BA-8110-7D9597B01AFC}"/>
              </a:ext>
            </a:extLst>
          </p:cNvPr>
          <p:cNvSpPr txBox="1">
            <a:spLocks/>
          </p:cNvSpPr>
          <p:nvPr userDrawn="1"/>
        </p:nvSpPr>
        <p:spPr>
          <a:xfrm>
            <a:off x="11254739" y="6492875"/>
            <a:ext cx="393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A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692E0-051A-A747-8E09-2EC7695B5F44}" type="slidenum">
              <a:rPr lang="en-SA" smtClean="0"/>
              <a:pPr/>
              <a:t>‹#›</a:t>
            </a:fld>
            <a:endParaRPr lang="en-SA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06D1D1-2221-1D1A-C5A0-07AC6E1BAECE}"/>
              </a:ext>
            </a:extLst>
          </p:cNvPr>
          <p:cNvCxnSpPr>
            <a:cxnSpLocks/>
          </p:cNvCxnSpPr>
          <p:nvPr userDrawn="1"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57DEC19-E7E0-8857-B223-CE504BA817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7F6BC2-AFE2-F354-2752-F5C91930379E}"/>
              </a:ext>
            </a:extLst>
          </p:cNvPr>
          <p:cNvSpPr txBox="1"/>
          <p:nvPr userDrawn="1"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0767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A76BE-1C47-B4F3-CD81-D10759DA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4F3E1-E55F-DAC0-DD3A-AB5C719C9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F93F-3101-9A0E-107C-45FD2EB20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91CC6-369B-2F46-81C7-408AF6B4910A}" type="datetime1">
              <a:rPr lang="en-US" smtClean="0"/>
              <a:t>12/23/2025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D01AA-EEC5-9251-0342-2B6908EE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87192-64C2-FE81-0F66-5722C3963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692E0-051A-A747-8E09-2EC7695B5F44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41678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61" r:id="rId4"/>
    <p:sldLayoutId id="2147483662" r:id="rId5"/>
    <p:sldLayoutId id="2147483650" r:id="rId6"/>
    <p:sldLayoutId id="2147483663" r:id="rId7"/>
    <p:sldLayoutId id="2147483654" r:id="rId8"/>
    <p:sldLayoutId id="2147483653" r:id="rId9"/>
    <p:sldLayoutId id="2147483652" r:id="rId10"/>
    <p:sldLayoutId id="2147483656" r:id="rId11"/>
    <p:sldLayoutId id="2147483657" r:id="rId12"/>
    <p:sldLayoutId id="214748366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1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jpeg"/><Relationship Id="rId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jpe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F16234-C9CC-B9F9-FE21-E0B291E2D8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C58595-C9BA-27DA-E33A-2479FD8F1A4D}"/>
              </a:ext>
            </a:extLst>
          </p:cNvPr>
          <p:cNvGrpSpPr/>
          <p:nvPr/>
        </p:nvGrpSpPr>
        <p:grpSpPr>
          <a:xfrm rot="10800000">
            <a:off x="-4021536" y="-2716706"/>
            <a:ext cx="8170661" cy="13761114"/>
            <a:chOff x="-2683175" y="-4763580"/>
            <a:chExt cx="6468365" cy="1089408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2EDFB4-67BE-EA81-66ED-9A80CA3FF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683175" y="-4763580"/>
              <a:ext cx="6468365" cy="10894089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C23EC35-7563-22E3-463E-36F00056B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933204" y="-3380037"/>
              <a:ext cx="4968421" cy="836786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A379BC8-6D92-4236-ED9F-01B31FF5F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1392020" y="-2465295"/>
              <a:ext cx="3886051" cy="6544929"/>
            </a:xfrm>
            <a:prstGeom prst="rect">
              <a:avLst/>
            </a:prstGeom>
          </p:spPr>
        </p:pic>
      </p:grpSp>
      <p:pic>
        <p:nvPicPr>
          <p:cNvPr id="10" name="Picture 9" descr="A building with glass windows&#10;&#10;AI-generated content may be incorrect.">
            <a:extLst>
              <a:ext uri="{FF2B5EF4-FFF2-40B4-BE49-F238E27FC236}">
                <a16:creationId xmlns:a16="http://schemas.microsoft.com/office/drawing/2014/main" id="{FF276135-0398-4A98-6DD0-63B49C5A0E4D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012896"/>
            <a:ext cx="6949792" cy="4845104"/>
          </a:xfrm>
          <a:prstGeom prst="rect">
            <a:avLst/>
          </a:prstGeom>
        </p:spPr>
      </p:pic>
      <p:pic>
        <p:nvPicPr>
          <p:cNvPr id="11" name="Picture 10" descr="A white and yellow logo&#10;&#10;AI-generated content may be incorrect.">
            <a:extLst>
              <a:ext uri="{FF2B5EF4-FFF2-40B4-BE49-F238E27FC236}">
                <a16:creationId xmlns:a16="http://schemas.microsoft.com/office/drawing/2014/main" id="{09171F17-BCAE-6A00-689B-1EB1065D588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2228" y="213767"/>
            <a:ext cx="1648891" cy="7704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7F429-B8A1-315A-7A61-E24F2E64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016" y="1526968"/>
            <a:ext cx="6406021" cy="2678817"/>
          </a:xfrm>
        </p:spPr>
        <p:txBody>
          <a:bodyPr>
            <a:normAutofit/>
          </a:bodyPr>
          <a:lstStyle/>
          <a:p>
            <a:pPr algn="r"/>
            <a:r>
              <a:rPr lang="ar-SA" sz="40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تقرير فني </a:t>
            </a:r>
            <a:br>
              <a:rPr lang="ar-SA" sz="40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-SA" sz="40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اسم المدرسة ............ </a:t>
            </a:r>
            <a:br>
              <a:rPr lang="ar-SA" sz="4000" dirty="0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SA" sz="4000" b="1" dirty="0">
              <a:solidFill>
                <a:schemeClr val="accent1"/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C4FD8-72A9-846E-DAAF-2050626B9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8444" y="4406693"/>
            <a:ext cx="5048593" cy="1408727"/>
          </a:xfrm>
        </p:spPr>
        <p:txBody>
          <a:bodyPr>
            <a:normAutofit/>
          </a:bodyPr>
          <a:lstStyle/>
          <a:p>
            <a:pPr algn="r" rtl="1"/>
            <a:r>
              <a:rPr lang="ar-SA" sz="2800" dirty="0">
                <a:solidFill>
                  <a:schemeClr val="accent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منطقة المدينة المنورة- شركة تطوير للمباني</a:t>
            </a:r>
            <a:endParaRPr lang="en-US" sz="2800" dirty="0">
              <a:solidFill>
                <a:schemeClr val="accent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r" rtl="1"/>
            <a:r>
              <a:rPr lang="ar-SA" sz="2800" dirty="0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2025/01/01م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>
              <a:solidFill>
                <a:schemeClr val="accent1"/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27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BFA0-BBCD-6945-3551-A3CF3D4E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b="1" dirty="0"/>
              <a:t>ملاحظات الزيارة</a:t>
            </a:r>
            <a:endParaRPr lang="en-SA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55575-8BCB-952A-BE70-EBDA68A8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92E0-051A-A747-8E09-2EC7695B5F44}" type="slidenum">
              <a:rPr lang="en-SA" smtClean="0"/>
              <a:pPr/>
              <a:t>2</a:t>
            </a:fld>
            <a:endParaRPr lang="en-S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86481-1424-D9BA-CACD-490958B19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571" y="2335410"/>
            <a:ext cx="11198858" cy="393926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34290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ملاحظات تم تدوينها بعد الزيارة :</a:t>
            </a:r>
          </a:p>
          <a:p>
            <a:pPr marL="342900" indent="-342900" rtl="1">
              <a:lnSpc>
                <a:spcPct val="100000"/>
              </a:lnSpc>
              <a:buFont typeface="+mj-lt"/>
              <a:buAutoNum type="arabicPeriod"/>
            </a:pPr>
            <a:r>
              <a:rPr lang="ar-SA" dirty="0">
                <a:latin typeface="Sakkal Majalla" panose="02000000000000000000" pitchFamily="2" charset="-78"/>
                <a:cs typeface="Sakkal Majalla" panose="02000000000000000000" pitchFamily="2" charset="-78"/>
              </a:rPr>
              <a:t>ذكر الملاحظات ضمن نقاط </a:t>
            </a:r>
          </a:p>
          <a:p>
            <a:pPr marL="34290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ar-SA" sz="2400" dirty="0">
              <a:solidFill>
                <a:schemeClr val="accent3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الاجراء المتخذ :</a:t>
            </a:r>
          </a:p>
          <a:p>
            <a:pPr marL="342900" indent="-342900" rtl="1">
              <a:lnSpc>
                <a:spcPct val="100000"/>
              </a:lnSpc>
              <a:buFont typeface="+mj-lt"/>
              <a:buAutoNum type="arabicPeriod"/>
            </a:pPr>
            <a:r>
              <a:rPr lang="ar-SA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توضيح الإجراءات المتخذة ضمن نقاط</a:t>
            </a:r>
          </a:p>
          <a:p>
            <a:pPr marL="34290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ar-SA" sz="2400" dirty="0">
              <a:solidFill>
                <a:schemeClr val="accent3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التوصيات:</a:t>
            </a:r>
          </a:p>
          <a:p>
            <a:pPr marL="342900" indent="-342900" rtl="1">
              <a:lnSpc>
                <a:spcPct val="100000"/>
              </a:lnSpc>
              <a:buFont typeface="+mj-lt"/>
              <a:buAutoNum type="arabicPeriod"/>
            </a:pPr>
            <a:r>
              <a:rPr lang="ar-SA" dirty="0">
                <a:latin typeface="Sakkal Majalla" panose="02000000000000000000" pitchFamily="2" charset="-78"/>
                <a:cs typeface="Sakkal Majalla" panose="02000000000000000000" pitchFamily="2" charset="-78"/>
              </a:rPr>
              <a:t>ذكر التوصيات ضمن نقاط</a:t>
            </a:r>
            <a:endParaRPr lang="en-SA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endParaRPr lang="en-S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FA3ED3-E82C-15AE-71B1-023D836C70A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44500" y="1284028"/>
            <a:ext cx="11198859" cy="918904"/>
          </a:xfrm>
        </p:spPr>
        <p:txBody>
          <a:bodyPr>
            <a:normAutofit/>
          </a:bodyPr>
          <a:lstStyle/>
          <a:p>
            <a:r>
              <a:rPr lang="ar-SA" b="1" dirty="0"/>
              <a:t>ملخص الزيارة : </a:t>
            </a:r>
          </a:p>
          <a:p>
            <a:r>
              <a:rPr lang="ar-SA" sz="1600" dirty="0">
                <a:solidFill>
                  <a:schemeClr val="tx1"/>
                </a:solidFill>
              </a:rPr>
              <a:t>تم زيارة المدرسة من قبل فريق شركة تطوير للمباني بتاريخ وتم تدوين الملاحظات الاتية :</a:t>
            </a:r>
          </a:p>
          <a:p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979C179-8CAF-37FD-FDD7-902B46F43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1254738" y="6578599"/>
            <a:ext cx="118807" cy="20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8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533B64-03A9-2363-1BB8-DE666582FF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E386CB-20BB-6007-4D94-856AC81B620C}"/>
              </a:ext>
            </a:extLst>
          </p:cNvPr>
          <p:cNvSpPr/>
          <p:nvPr/>
        </p:nvSpPr>
        <p:spPr>
          <a:xfrm>
            <a:off x="8135292" y="1738889"/>
            <a:ext cx="3238253" cy="4227976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E966D09-9147-02F4-BF40-4E35EF3D64DF}"/>
              </a:ext>
            </a:extLst>
          </p:cNvPr>
          <p:cNvSpPr/>
          <p:nvPr/>
        </p:nvSpPr>
        <p:spPr>
          <a:xfrm rot="10800000">
            <a:off x="11750575" y="182238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BC576BB-EC64-1544-F41A-6BCE4FBEC937}"/>
              </a:ext>
            </a:extLst>
          </p:cNvPr>
          <p:cNvCxnSpPr>
            <a:cxnSpLocks/>
          </p:cNvCxnSpPr>
          <p:nvPr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B7D6BEE-87E9-0524-CC5C-61C783DE4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AC8F66-A8B7-F5A4-CBE8-CE574D6D1B85}"/>
              </a:ext>
            </a:extLst>
          </p:cNvPr>
          <p:cNvSpPr txBox="1"/>
          <p:nvPr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E30F113-F45C-B409-771B-5E9784F0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3</a:t>
            </a:fld>
            <a:endParaRPr lang="en-S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440A623-CE23-5677-933A-4B794AB80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1254738" y="6578599"/>
            <a:ext cx="118807" cy="2000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B9D892A-98BC-8577-76D0-6890504D45C0}"/>
              </a:ext>
            </a:extLst>
          </p:cNvPr>
          <p:cNvSpPr/>
          <p:nvPr/>
        </p:nvSpPr>
        <p:spPr>
          <a:xfrm>
            <a:off x="4682846" y="1738889"/>
            <a:ext cx="3238253" cy="4227976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D66772-FABC-7632-C3C7-B43B18332FEB}"/>
              </a:ext>
            </a:extLst>
          </p:cNvPr>
          <p:cNvSpPr/>
          <p:nvPr/>
        </p:nvSpPr>
        <p:spPr>
          <a:xfrm>
            <a:off x="1230400" y="1738889"/>
            <a:ext cx="3238253" cy="4227976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4A783364-780E-EEBE-CF2F-4BA8EBDBDC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92" r="28192"/>
          <a:stretch>
            <a:fillRect/>
          </a:stretch>
        </p:blipFill>
        <p:spPr>
          <a:xfrm>
            <a:off x="8311814" y="1831312"/>
            <a:ext cx="2885207" cy="4043130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B6C9C481-4202-0D20-4598-58D5155867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92" r="28192"/>
          <a:stretch>
            <a:fillRect/>
          </a:stretch>
        </p:blipFill>
        <p:spPr>
          <a:xfrm>
            <a:off x="4859368" y="1831312"/>
            <a:ext cx="2885207" cy="4043130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0F364079-83B8-3C73-2CF1-6694C6D9A4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92" r="28192"/>
          <a:stretch>
            <a:fillRect/>
          </a:stretch>
        </p:blipFill>
        <p:spPr>
          <a:xfrm>
            <a:off x="1406922" y="1831312"/>
            <a:ext cx="2885207" cy="404313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19F8602-4705-D475-6B63-7C8513A1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74" y="242219"/>
            <a:ext cx="11198858" cy="918903"/>
          </a:xfrm>
        </p:spPr>
        <p:txBody>
          <a:bodyPr/>
          <a:lstStyle/>
          <a:p>
            <a:r>
              <a:rPr lang="ar-SA" b="1" dirty="0"/>
              <a:t>العنوان للصور الموضحه</a:t>
            </a:r>
            <a:endParaRPr lang="en-SA" b="1" dirty="0"/>
          </a:p>
        </p:txBody>
      </p:sp>
    </p:spTree>
    <p:extLst>
      <p:ext uri="{BB962C8B-B14F-4D97-AF65-F5344CB8AC3E}">
        <p14:creationId xmlns:p14="http://schemas.microsoft.com/office/powerpoint/2010/main" val="23359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4C18-D1AE-9BD7-4540-F679EC7D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F6D63B-250F-D0DA-F444-1AD4F9DE60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B1DD4E-E1B1-F013-CC1C-AC90D326A603}"/>
              </a:ext>
            </a:extLst>
          </p:cNvPr>
          <p:cNvSpPr/>
          <p:nvPr/>
        </p:nvSpPr>
        <p:spPr>
          <a:xfrm>
            <a:off x="8135292" y="1738889"/>
            <a:ext cx="3238253" cy="4227976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62336CD-E05D-5454-E56A-A5D18170ADD5}"/>
              </a:ext>
            </a:extLst>
          </p:cNvPr>
          <p:cNvSpPr/>
          <p:nvPr/>
        </p:nvSpPr>
        <p:spPr>
          <a:xfrm rot="10800000">
            <a:off x="11750575" y="182238"/>
            <a:ext cx="441425" cy="918903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6CA26A6-99CF-C797-6ACF-F48B9B5950BF}"/>
              </a:ext>
            </a:extLst>
          </p:cNvPr>
          <p:cNvCxnSpPr>
            <a:cxnSpLocks/>
          </p:cNvCxnSpPr>
          <p:nvPr/>
        </p:nvCxnSpPr>
        <p:spPr>
          <a:xfrm>
            <a:off x="954231" y="64960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B86E804-6699-65A4-6339-D44CEDB0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6544632"/>
            <a:ext cx="423292" cy="1929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614B93-C348-23AD-C9B0-82874D6E5D1C}"/>
              </a:ext>
            </a:extLst>
          </p:cNvPr>
          <p:cNvSpPr txBox="1"/>
          <p:nvPr/>
        </p:nvSpPr>
        <p:spPr>
          <a:xfrm>
            <a:off x="954230" y="65446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Effra" panose="020B0603020203020204" pitchFamily="34" charset="0"/>
                <a:cs typeface="Effra" panose="020B0603020203020204" pitchFamily="34" charset="0"/>
              </a:rPr>
              <a:t>©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5C5750E-9863-F0E0-6A26-8E7DFC8C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39" y="6492875"/>
            <a:ext cx="393699" cy="365125"/>
          </a:xfrm>
        </p:spPr>
        <p:txBody>
          <a:bodyPr/>
          <a:lstStyle>
            <a:lvl1pPr algn="ctr">
              <a:defRPr/>
            </a:lvl1pPr>
          </a:lstStyle>
          <a:p>
            <a:fld id="{86C692E0-051A-A747-8E09-2EC7695B5F44}" type="slidenum">
              <a:rPr lang="en-SA" smtClean="0"/>
              <a:pPr/>
              <a:t>4</a:t>
            </a:fld>
            <a:endParaRPr lang="en-S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F8E5212-59B3-4A5F-CE90-1DD504825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1254738" y="6578599"/>
            <a:ext cx="118807" cy="2000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8D4010-6563-AEC5-CCC6-96EB62014B21}"/>
              </a:ext>
            </a:extLst>
          </p:cNvPr>
          <p:cNvSpPr/>
          <p:nvPr/>
        </p:nvSpPr>
        <p:spPr>
          <a:xfrm>
            <a:off x="4682846" y="1738889"/>
            <a:ext cx="3238253" cy="4227976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E7AE5-25C8-7A91-A7BD-5784150D631B}"/>
              </a:ext>
            </a:extLst>
          </p:cNvPr>
          <p:cNvSpPr/>
          <p:nvPr/>
        </p:nvSpPr>
        <p:spPr>
          <a:xfrm>
            <a:off x="1230400" y="1738889"/>
            <a:ext cx="3238253" cy="4227976"/>
          </a:xfrm>
          <a:prstGeom prst="rect">
            <a:avLst/>
          </a:prstGeom>
          <a:solidFill>
            <a:srgbClr val="6AB7BC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34830745-CF9B-1A90-31AD-2FB3C31053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92" r="28192"/>
          <a:stretch>
            <a:fillRect/>
          </a:stretch>
        </p:blipFill>
        <p:spPr>
          <a:xfrm>
            <a:off x="8311814" y="1831312"/>
            <a:ext cx="2885207" cy="4043130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5030546E-0475-ED86-DFF9-F8B5D56884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92" r="28192"/>
          <a:stretch>
            <a:fillRect/>
          </a:stretch>
        </p:blipFill>
        <p:spPr>
          <a:xfrm>
            <a:off x="4859368" y="1831312"/>
            <a:ext cx="2885207" cy="4043130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136CE993-CD8A-A8F9-A45E-19C654CB7F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192" r="28192"/>
          <a:stretch>
            <a:fillRect/>
          </a:stretch>
        </p:blipFill>
        <p:spPr>
          <a:xfrm>
            <a:off x="1406922" y="1831312"/>
            <a:ext cx="2885207" cy="404313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50D6DB7-B6BD-9EEF-14B3-43F0F038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74" y="242219"/>
            <a:ext cx="11198858" cy="918903"/>
          </a:xfrm>
        </p:spPr>
        <p:txBody>
          <a:bodyPr/>
          <a:lstStyle/>
          <a:p>
            <a:r>
              <a:rPr lang="ar-SA" b="1" dirty="0"/>
              <a:t>العنوان للصور الموضحه</a:t>
            </a:r>
            <a:endParaRPr lang="en-SA" b="1" dirty="0"/>
          </a:p>
        </p:txBody>
      </p:sp>
    </p:spTree>
    <p:extLst>
      <p:ext uri="{BB962C8B-B14F-4D97-AF65-F5344CB8AC3E}">
        <p14:creationId xmlns:p14="http://schemas.microsoft.com/office/powerpoint/2010/main" val="3477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CD18-C874-82EA-8587-007D3A17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A161AC9-479D-0A95-5FA3-D423A944D5DE}"/>
              </a:ext>
            </a:extLst>
          </p:cNvPr>
          <p:cNvSpPr txBox="1">
            <a:spLocks/>
          </p:cNvSpPr>
          <p:nvPr/>
        </p:nvSpPr>
        <p:spPr>
          <a:xfrm>
            <a:off x="6389039" y="4889470"/>
            <a:ext cx="52578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Tajawal" pitchFamily="2" charset="-78"/>
                <a:ea typeface="+mj-ea"/>
                <a:cs typeface="Tajawal" pitchFamily="2" charset="-78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6600" b="1" i="0" u="none" strike="noStrike" kern="1200" cap="none" spc="0" normalizeH="0" baseline="0" noProof="0">
                <a:ln>
                  <a:noFill/>
                </a:ln>
                <a:solidFill>
                  <a:srgbClr val="00757F"/>
                </a:solidFill>
                <a:effectLst/>
                <a:uLnTx/>
                <a:uFillTx/>
                <a:latin typeface="Tajawal" pitchFamily="2" charset="-78"/>
                <a:ea typeface="+mj-ea"/>
                <a:cs typeface="Tajawal" pitchFamily="2" charset="-78"/>
              </a:rPr>
              <a:t>شكراً</a:t>
            </a:r>
            <a:endParaRPr kumimoji="0" lang="en-SA" sz="6600" b="1" i="0" u="none" strike="noStrike" kern="1200" cap="none" spc="0" normalizeH="0" baseline="0" noProof="0" dirty="0">
              <a:ln>
                <a:noFill/>
              </a:ln>
              <a:solidFill>
                <a:srgbClr val="00757F"/>
              </a:solidFill>
              <a:effectLst/>
              <a:uLnTx/>
              <a:uFillTx/>
              <a:latin typeface="Tajawal" pitchFamily="2" charset="-78"/>
              <a:ea typeface="+mj-ea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195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680"/>
      </a:dk2>
      <a:lt2>
        <a:srgbClr val="E8E8E8"/>
      </a:lt2>
      <a:accent1>
        <a:srgbClr val="00A1A9"/>
      </a:accent1>
      <a:accent2>
        <a:srgbClr val="FDC809"/>
      </a:accent2>
      <a:accent3>
        <a:srgbClr val="4ABC91"/>
      </a:accent3>
      <a:accent4>
        <a:srgbClr val="969795"/>
      </a:accent4>
      <a:accent5>
        <a:srgbClr val="52A584"/>
      </a:accent5>
      <a:accent6>
        <a:srgbClr val="D6AE34"/>
      </a:accent6>
      <a:hlink>
        <a:srgbClr val="009197"/>
      </a:hlink>
      <a:folHlink>
        <a:srgbClr val="00717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315567E1AE2449B2D42C39EF46A6CE" ma:contentTypeVersion="15" ma:contentTypeDescription="Create a new document." ma:contentTypeScope="" ma:versionID="726a9364fc37a4202ead19c74582faa6">
  <xsd:schema xmlns:xsd="http://www.w3.org/2001/XMLSchema" xmlns:xs="http://www.w3.org/2001/XMLSchema" xmlns:p="http://schemas.microsoft.com/office/2006/metadata/properties" xmlns:ns2="f1a80f8f-455c-4328-b4fb-519e8808c2a3" xmlns:ns3="5e476421-d254-4d4e-a0df-4511b713b480" targetNamespace="http://schemas.microsoft.com/office/2006/metadata/properties" ma:root="true" ma:fieldsID="6aa6d012d20ffdf6ceea3ed73a909da6" ns2:_="" ns3:_="">
    <xsd:import namespace="f1a80f8f-455c-4328-b4fb-519e8808c2a3"/>
    <xsd:import namespace="5e476421-d254-4d4e-a0df-4511b713b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a80f8f-455c-4328-b4fb-519e8808c2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168d394-27cb-4e2d-a840-8164ba6647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76421-d254-4d4e-a0df-4511b713b48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69e3ca2-dbe3-4030-8af1-ed77a0e429c8}" ma:internalName="TaxCatchAll" ma:showField="CatchAllData" ma:web="5e476421-d254-4d4e-a0df-4511b713b4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a80f8f-455c-4328-b4fb-519e8808c2a3">
      <Terms xmlns="http://schemas.microsoft.com/office/infopath/2007/PartnerControls"/>
    </lcf76f155ced4ddcb4097134ff3c332f>
    <TaxCatchAll xmlns="5e476421-d254-4d4e-a0df-4511b713b4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E9E227-ED24-42FD-A70F-49A674BC20E6}"/>
</file>

<file path=customXml/itemProps2.xml><?xml version="1.0" encoding="utf-8"?>
<ds:datastoreItem xmlns:ds="http://schemas.openxmlformats.org/officeDocument/2006/customXml" ds:itemID="{7E9E8BD0-B37E-4B29-80F1-DDFD1E3ED49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9CE9F57E-9D55-4410-8A87-614DDD28ED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94</Words>
  <Application>Microsoft Office PowerPoint</Application>
  <PresentationFormat>Widescreen</PresentationFormat>
  <Paragraphs>24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Effra</vt:lpstr>
      <vt:lpstr>Sakkal Majalla</vt:lpstr>
      <vt:lpstr>Tajawal</vt:lpstr>
      <vt:lpstr>Office Theme</vt:lpstr>
      <vt:lpstr>تقرير فني  اسم المدرسة ............  </vt:lpstr>
      <vt:lpstr>ملاحظات الزيارة</vt:lpstr>
      <vt:lpstr>العنوان للصور الموضحه</vt:lpstr>
      <vt:lpstr>العنوان للصور الموضحه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Areej T. Bokhamsin</dc:creator>
  <cp:lastModifiedBy>Razan Abu Alnasor</cp:lastModifiedBy>
  <cp:revision>15</cp:revision>
  <dcterms:created xsi:type="dcterms:W3CDTF">2025-01-20T07:11:20Z</dcterms:created>
  <dcterms:modified xsi:type="dcterms:W3CDTF">2025-12-23T12:35:11Z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0x01010047315567E1AE2449B2D42C39EF46A6CE</vt:lpwstr>
  </property>
</Properties>
</file>